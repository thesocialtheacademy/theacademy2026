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57" r:id="rId3"/>
    <p:sldId id="258" r:id="rId4"/>
    <p:sldId id="323" r:id="rId5"/>
  </p:sldIdLst>
  <p:sldSz cx="9144000" cy="5143500" type="screen16x9"/>
  <p:notesSz cx="6858000" cy="9144000"/>
  <p:embeddedFontLst>
    <p:embeddedFont>
      <p:font typeface="Josefin Sans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0EC36E-2BDE-483F-AFAA-11CC0E33343B}">
  <a:tblStyle styleId="{0F0EC36E-2BDE-483F-AFAA-11CC0E33343B}" styleName="Table_0"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797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4C7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1D7547-5635-44BB-97E2-D03E0782202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296198-F28D-4970-990A-6EC3F2CE98EB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DF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2F0156-1D60-4D5E-ABAA-4BB758E7B43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62" d="100"/>
          <a:sy n="62" d="100"/>
        </p:scale>
        <p:origin x="176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8fba3e7a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2b68fba3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裏紙">
  <p:cSld name="裏紙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0141D4"/>
              </a:solidFill>
            </a:endParaRPr>
          </a:p>
        </p:txBody>
      </p:sp>
      <p:pic>
        <p:nvPicPr>
          <p:cNvPr id="43" name="Google Shape;43;p7" descr="header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3998500" y="2278375"/>
            <a:ext cx="3776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&amp;サブタイトル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0141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968510" y="2560591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marL="274320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marL="320040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marL="365760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marL="411480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>
              <a:solidFill>
                <a:srgbClr val="0141D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ページ番号+タイトル社外秘">
  <p:cSld name="ページ番号+タイトル社外秘">
    <p:bg>
      <p:bgPr>
        <a:solidFill>
          <a:srgbClr val="0141D4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0141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968510" y="2531015"/>
            <a:ext cx="1206900" cy="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85775" y="510400"/>
            <a:ext cx="806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  <a:defRPr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85763" y="338138"/>
            <a:ext cx="4921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  <a:defRPr sz="1200">
                <a:solidFill>
                  <a:srgbClr val="434343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grpSp>
        <p:nvGrpSpPr>
          <p:cNvPr id="33" name="Google Shape;33;p5"/>
          <p:cNvGrpSpPr/>
          <p:nvPr/>
        </p:nvGrpSpPr>
        <p:grpSpPr>
          <a:xfrm>
            <a:off x="7736541" y="4650084"/>
            <a:ext cx="1207013" cy="298238"/>
            <a:chOff x="0" y="0"/>
            <a:chExt cx="3218700" cy="795300"/>
          </a:xfrm>
        </p:grpSpPr>
      </p:grp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300" b="1" i="1" u="none" strike="noStrike" cap="none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b="1" i="1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7127" y="119539"/>
            <a:ext cx="8904900" cy="4904400"/>
          </a:xfrm>
          <a:prstGeom prst="rect">
            <a:avLst/>
          </a:prstGeom>
          <a:solidFill>
            <a:srgbClr val="0141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8305800" y="-824880"/>
            <a:ext cx="1682100" cy="1682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  <a:defRPr sz="2200" b="1" i="1" u="none" strike="noStrike" cap="none">
                <a:solidFill>
                  <a:srgbClr val="0141D4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  <a:defRPr sz="230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1" r:id="rId3"/>
    <p:sldLayoutId id="214748364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1</a:t>
            </a:fld>
            <a:endParaRPr sz="2100" dirty="0"/>
          </a:p>
        </p:txBody>
      </p:sp>
      <p:pic>
        <p:nvPicPr>
          <p:cNvPr id="85" name="Google Shape;85;p11" descr="header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 txBox="1"/>
          <p:nvPr/>
        </p:nvSpPr>
        <p:spPr>
          <a:xfrm>
            <a:off x="3998500" y="2240900"/>
            <a:ext cx="47661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 dirty="0" err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株式会社〇〇御中</a:t>
            </a:r>
            <a:endParaRPr sz="1600" b="1" dirty="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 dirty="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ご提案資料20△△/□□</a:t>
            </a:r>
            <a:endParaRPr sz="1600" b="1" dirty="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666750" y="1404088"/>
            <a:ext cx="78105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CHAPTER</a:t>
            </a:r>
            <a:endParaRPr sz="2500" dirty="0"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>
            <a:off x="666750" y="3033713"/>
            <a:ext cx="7810500" cy="1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章</a:t>
            </a:r>
            <a:endParaRPr dirty="0"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2</a:t>
            </a:fld>
            <a:endParaRPr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385775" y="510400"/>
            <a:ext cx="806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</a:pPr>
            <a:r>
              <a:rPr lang="en-US" dirty="0" err="1">
                <a:solidFill>
                  <a:srgbClr val="434343"/>
                </a:solidFill>
              </a:rPr>
              <a:t>見出し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385763" y="338138"/>
            <a:ext cx="4921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1100"/>
              <a:buFont typeface="Arial"/>
              <a:buNone/>
            </a:pPr>
            <a:r>
              <a:rPr lang="en-US">
                <a:solidFill>
                  <a:srgbClr val="434343"/>
                </a:solidFill>
              </a:rPr>
              <a:t>ご提案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3</a:t>
            </a:fld>
            <a:endParaRPr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8"/>
          <p:cNvSpPr txBox="1">
            <a:spLocks noGrp="1"/>
          </p:cNvSpPr>
          <p:nvPr>
            <p:ph type="sldNum" idx="12"/>
          </p:nvPr>
        </p:nvSpPr>
        <p:spPr>
          <a:xfrm>
            <a:off x="8557200" y="164150"/>
            <a:ext cx="415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141D4"/>
              </a:buClr>
              <a:buSzPts val="2300"/>
              <a:buFont typeface="Josefin Sans"/>
              <a:buNone/>
            </a:pPr>
            <a:fld id="{00000000-1234-1234-1234-123412341234}" type="slidenum">
              <a:rPr lang="en-US"/>
              <a:t>4</a:t>
            </a:fld>
            <a:endParaRPr sz="2100" dirty="0"/>
          </a:p>
        </p:txBody>
      </p:sp>
      <p:pic>
        <p:nvPicPr>
          <p:cNvPr id="1133" name="Google Shape;1133;p78" descr="header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08" y="2183383"/>
            <a:ext cx="3107032" cy="7767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78"/>
          <p:cNvSpPr txBox="1"/>
          <p:nvPr/>
        </p:nvSpPr>
        <p:spPr>
          <a:xfrm>
            <a:off x="2848356" y="2278389"/>
            <a:ext cx="34473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Josefin Sans"/>
              <a:buNone/>
            </a:pPr>
            <a:r>
              <a:rPr lang="en-US" sz="16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Fin.</a:t>
            </a:r>
            <a:endParaRPr sz="1600" b="1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d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141D4"/>
      </a:accent1>
      <a:accent2>
        <a:srgbClr val="1F4E79"/>
      </a:accent2>
      <a:accent3>
        <a:srgbClr val="5E8B7E"/>
      </a:accent3>
      <a:accent4>
        <a:srgbClr val="C25450"/>
      </a:accent4>
      <a:accent5>
        <a:srgbClr val="B0851B"/>
      </a:accent5>
      <a:accent6>
        <a:srgbClr val="6B6B6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Arial"/>
        <a:ea typeface="Arial"/>
        <a:cs typeface="Arial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0141D4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画面に合わせる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Josefin Sans</vt:lpstr>
      <vt:lpstr>Arial</vt:lpstr>
      <vt:lpstr>Brand</vt:lpstr>
      <vt:lpstr>PowerPoint プレゼンテーション</vt:lpstr>
      <vt:lpstr>CHAPTER</vt:lpstr>
      <vt:lpstr>見出し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slide-generator</cp:lastModifiedBy>
  <cp:revision>7</cp:revision>
  <dcterms:modified xsi:type="dcterms:W3CDTF">2026-05-05T16:29:50Z</dcterms:modified>
</cp:coreProperties>
</file>